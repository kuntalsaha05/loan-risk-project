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Loan Risk Analysis and Prediction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DET Mini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Analyze a real loan dataset and identify default-related patterns</a:t>
            </a:r>
          </a:p>
          <a:p>
            <a:pPr>
              <a:defRPr sz="2200"/>
            </a:pPr>
            <a:r>
              <a:t>Apply preprocessing, ETL, association mining, classification, and clustering</a:t>
            </a:r>
          </a:p>
          <a:p>
            <a:pPr>
              <a:defRPr sz="2200"/>
            </a:pPr>
            <a:r>
              <a:t>Present insights using charts, reports, and a prediction module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Exploration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Dataset: lending_club_loan_two.csv</a:t>
            </a:r>
          </a:p>
          <a:p>
            <a:pPr>
              <a:defRPr sz="2200"/>
            </a:pPr>
            <a:r>
              <a:t>Rows: 396,030 and selected features: 24</a:t>
            </a:r>
          </a:p>
          <a:p>
            <a:pPr>
              <a:defRPr sz="2200"/>
            </a:pPr>
            <a:r>
              <a:t>Explored numerical, categorical, and time-related fields</a:t>
            </a:r>
          </a:p>
          <a:p>
            <a:pPr>
              <a:defRPr sz="2200"/>
            </a:pPr>
            <a:r>
              <a:t>Key risk indicators: loan amount, income, DTI, loan status, grade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Handled missing values and removed unnecessary columns</a:t>
            </a:r>
          </a:p>
          <a:p>
            <a:pPr>
              <a:defRPr sz="2200"/>
            </a:pPr>
            <a:r>
              <a:t>Clipped outliers using IQR-based limits</a:t>
            </a:r>
          </a:p>
          <a:p>
            <a:pPr>
              <a:defRPr sz="2200"/>
            </a:pPr>
            <a:r>
              <a:t>Transformed date fields into issue year, issue month, and credit history years</a:t>
            </a:r>
          </a:p>
          <a:p>
            <a:pPr>
              <a:defRPr sz="2200"/>
            </a:pPr>
            <a:r>
              <a:t>Created engineered features: default_flag and default_stage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 III Concepts and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Association rule mining finds relationships among borrower features</a:t>
            </a:r>
          </a:p>
          <a:p>
            <a:pPr>
              <a:defRPr sz="2200"/>
            </a:pPr>
            <a:r>
              <a:t>Support measures frequency, confidence measures reliability, and lift measures strength</a:t>
            </a:r>
          </a:p>
          <a:p>
            <a:pPr>
              <a:defRPr sz="2200"/>
            </a:pPr>
            <a:r>
              <a:t>Apriori algorithm was used after converting continuous values into buckets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 IV Concepts and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Supervised learning predicts default using labeled data</a:t>
            </a:r>
          </a:p>
          <a:p>
            <a:pPr>
              <a:defRPr sz="2200"/>
            </a:pPr>
            <a:r>
              <a:t>Unsupervised learning groups borrowers without target labels</a:t>
            </a:r>
          </a:p>
          <a:p>
            <a:pPr>
              <a:defRPr sz="2200"/>
            </a:pPr>
            <a:r>
              <a:t>Algorithms used: Logistic Regression, Decision Tree, Random Forest, and K-Means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Supervised Learning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1028700">
                <a:tc>
                  <a:txBody>
                    <a:bodyPr/>
                    <a:lstStyle/>
                    <a:p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F1 Score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0.0876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0.1476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0.8047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0.0358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Unsupervised Learning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1028700">
                <a:tc>
                  <a:txBody>
                    <a:bodyPr/>
                    <a:lstStyle/>
                    <a:p>
                      <a:r>
                        <a:t>Cluster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Default Rate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t>low_risk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41,823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0.1199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t>medium_risk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29,702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0.1893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t>high_risk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48,475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0.2673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 Tools and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Tools used: Python, Matplotlib, and Seaborn</a:t>
            </a:r>
          </a:p>
          <a:p>
            <a:pPr>
              <a:defRPr sz="2200"/>
            </a:pPr>
            <a:r>
              <a:t>Charts created: risk distribution, cluster scatter plot, association rules, and model comparison</a:t>
            </a:r>
          </a:p>
          <a:p>
            <a:pPr>
              <a:defRPr sz="2200"/>
            </a:pPr>
            <a:r>
              <a:t>Visualizations support analysis, reporting, and presentation clarity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Distribution</a:t>
            </a:r>
          </a:p>
        </p:txBody>
      </p:sp>
      <p:pic>
        <p:nvPicPr>
          <p:cNvPr id="3" name="Picture 2" descr="risk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7863840" cy="4914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9436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Borrower status distribution from the processed dataset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 Visualization</a:t>
            </a:r>
          </a:p>
        </p:txBody>
      </p:sp>
      <p:pic>
        <p:nvPicPr>
          <p:cNvPr id="3" name="Picture 2" descr="cluster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7863840" cy="5897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9436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K-Means borrower clusters by income and DTI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Association Rules</a:t>
            </a:r>
          </a:p>
        </p:txBody>
      </p:sp>
      <p:pic>
        <p:nvPicPr>
          <p:cNvPr id="3" name="Picture 2" descr="association_r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7863840" cy="47183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9436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Top association rules ranked by confidence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Built a prediction module for default probability estimation</a:t>
            </a:r>
          </a:p>
          <a:p>
            <a:pPr>
              <a:defRPr sz="2200"/>
            </a:pPr>
            <a:r>
              <a:t>Added stage classification, interest recommendation, and what-if simulation</a:t>
            </a:r>
          </a:p>
          <a:p>
            <a:pPr>
              <a:defRPr sz="2200"/>
            </a:pPr>
            <a:r>
              <a:t>Demo output: default probability 0.081, non_default stage, low_risk cluster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201168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Dataset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828800"/>
            <a:ext cx="201168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Preprocessing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828800"/>
            <a:ext cx="201168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ETL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017520"/>
            <a:ext cx="201168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Warehouse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3017520"/>
            <a:ext cx="201168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Association Mining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3017520"/>
            <a:ext cx="201168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Classification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206240"/>
            <a:ext cx="201168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Clustering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4206240"/>
            <a:ext cx="201168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Visualization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4206240"/>
            <a:ext cx="201168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System Output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The project covers DET syllabus Units I-IV in one workflow</a:t>
            </a:r>
          </a:p>
          <a:p>
            <a:pPr>
              <a:defRPr sz="2200"/>
            </a:pPr>
            <a:r>
              <a:t>It combines preprocessing, ETL, association mining, ML models, clustering, and visualization</a:t>
            </a:r>
          </a:p>
          <a:p>
            <a:pPr>
              <a:defRPr sz="2200"/>
            </a:pPr>
            <a:r>
              <a:t>The final system demonstrates practical loan risk prediction and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